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66" d="100"/>
          <a:sy n="66" d="100"/>
        </p:scale>
        <p:origin x="31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Burn</a:t>
            </a:r>
            <a:r>
              <a:rPr lang="en-US" baseline="0" dirty="0"/>
              <a:t> 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scope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1.00-4.30</c:v>
                </c:pt>
                <c:pt idx="1">
                  <c:v>5.30-8.00</c:v>
                </c:pt>
                <c:pt idx="2">
                  <c:v>8.00-12.00</c:v>
                </c:pt>
                <c:pt idx="3">
                  <c:v>1.00-5.30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11.3</c:v>
                </c:pt>
                <c:pt idx="2">
                  <c:v>13.2</c:v>
                </c:pt>
                <c:pt idx="3">
                  <c:v>11.5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9B-4F71-94B9-47D7398CF9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1.00-4.30</c:v>
                </c:pt>
                <c:pt idx="1">
                  <c:v>5.30-8.00</c:v>
                </c:pt>
                <c:pt idx="2">
                  <c:v>8.00-12.00</c:v>
                </c:pt>
                <c:pt idx="3">
                  <c:v>1.00-5.30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5</c:v>
                </c:pt>
                <c:pt idx="2">
                  <c:v>6.9</c:v>
                </c:pt>
                <c:pt idx="3">
                  <c:v>11.5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9B-4F71-94B9-47D7398CF9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9797376"/>
        <c:axId val="102396432"/>
      </c:lineChart>
      <c:catAx>
        <c:axId val="2129797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396432"/>
        <c:crosses val="autoZero"/>
        <c:auto val="1"/>
        <c:lblAlgn val="ctr"/>
        <c:lblOffset val="100"/>
        <c:noMultiLvlLbl val="0"/>
      </c:catAx>
      <c:valAx>
        <c:axId val="102396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9797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106242154513296"/>
          <c:y val="0.92276122884501277"/>
          <c:w val="0.40512153372132831"/>
          <c:h val="5.97269161807241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BURN DOWN</a:t>
            </a:r>
          </a:p>
          <a:p>
            <a:pPr>
              <a:defRPr/>
            </a:pPr>
            <a:endParaRPr lang="en-US" baseline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Remaining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1.00-4.30</c:v>
                </c:pt>
                <c:pt idx="1">
                  <c:v>5.30-8.00</c:v>
                </c:pt>
                <c:pt idx="2">
                  <c:v>8.00-12.00</c:v>
                </c:pt>
                <c:pt idx="3">
                  <c:v>1.00-5.30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6</c:v>
                </c:pt>
                <c:pt idx="2">
                  <c:v>5.7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13-4B16-9748-67DB509971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8677936"/>
        <c:axId val="103472800"/>
      </c:lineChart>
      <c:catAx>
        <c:axId val="208677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472800"/>
        <c:crosses val="autoZero"/>
        <c:auto val="1"/>
        <c:lblAlgn val="ctr"/>
        <c:lblOffset val="100"/>
        <c:noMultiLvlLbl val="0"/>
      </c:catAx>
      <c:valAx>
        <c:axId val="103472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677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9F169-2024-D228-1E53-11E7EB3ED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AA9EA-2ED6-E0D2-B349-A91F251A9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D38B2-F84D-B644-35AC-559CE3E0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C1BC8-0EA6-7BBA-5658-4BA87D9B4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D1B28-C441-2B58-D908-2C65A34A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11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D689E-C5E4-E320-9529-6198EAEB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CB68F-FF45-E94C-48D2-30B36C0DF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53D78-1021-C9E5-07B5-03ED55AB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3E52A-FDB4-5C78-2B2F-5D3EF8893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00A44-6503-BE39-D4A0-B170CFA98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79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A91E-A516-4DD7-CBB0-1DFCDC1CF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A0E1C-01E2-7B4F-36AB-3D5DEE8A7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11F73-24E8-AA7E-8D4B-C89EE46B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0B0FF-9C0B-6F9E-2572-D70204BE0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3789D-4B67-E926-EB0C-EF262F63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04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07E4-7B9A-1729-A074-C389F0CB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3AB09-4C0E-7093-FE0C-DE5A6E8AB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1CA80-5B47-067B-E0C6-EADF034D0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EFB67-41BF-AA42-E92F-854FE0DA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4445D-F01B-9CA3-5994-7160090D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D7DE1-74FF-A3DF-CD04-799C1CA3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45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22BB-F427-B475-631B-A3291FA8C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73667-DDF4-8021-0D96-E17AC1461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9474D-7A3E-DE05-22D0-1A5398700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13E4B-CE24-FC35-C116-677EA613B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20B93-F703-884F-553C-C9DD08DD9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1A29C-71D1-8B78-CC8A-5D0FBE106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763C69-E7B8-FE37-E671-338177C4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B1FAD-4BC4-04C9-8456-9C72754E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053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3793-C229-B685-7778-BF95A84D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7C915-92D4-EFEB-D90A-EF4C2D37B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ABDB6-296A-5950-BBCE-83BE2E791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3D3F4-0FB2-EDE0-AE1B-367E054F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85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29D06B-671A-2D06-7A68-C0843047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27154-96B1-A0A6-EECF-E701916F4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8AC3C-434F-8B40-4A0A-C7B541E7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13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EB678-BBEE-C192-6158-4FD8B9319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82D13-2741-8F54-4A02-D8DD698DA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682C5-9647-5A49-D26E-F70401980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9D745-8316-85C2-445F-72F259A7A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F5ACC-4487-71C8-1FE6-953A5257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A1A9B-B90B-2F34-03CB-EA37401F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27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429D-4BE6-18A4-5FE1-9806E4E5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0DADC7-E604-00F1-6A77-37108D0DF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C903D-8E8D-FF34-9A3A-E423179C1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3DCE1-321F-09DE-7C51-8B9BA66F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BBF4E-4A56-ABDF-F4EB-DD3C1533C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2DE17-0BD5-B99D-D058-8B4FA244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00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F7AC1-8897-7D13-1C6D-BA093E31F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BA581-9DF3-3B13-B9BF-8607563D6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93A60-E2FE-6E31-0965-92CAB2F7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9CEDB-BAB1-7994-61F3-74216210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534CE-BDBB-35D4-CDA6-83576E2C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24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0D6295-CB57-278A-F742-71DF830EE0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4CA2F-B974-7BCA-C351-ED8B37B0D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6F79E-840A-7D38-25B3-6E62F0DB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307F1-61B7-4661-FFA5-7C8567B3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4C024-E977-805C-D237-B269780E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80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794DA5-54CD-9E84-E72C-97A97E30D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0B003-CABB-9B56-016A-5A813A6CE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AF2E0-6255-5A9B-B77B-B7288D52A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C0758-654A-4957-BC11-809BC2C55D86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3AC73-4D5F-E325-9C7E-69B0824C2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6EE40-0175-E6A9-6B12-6809D2E61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4E49B-3FD2-47BD-8000-53FD99E09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94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7404F180-80DA-2EB7-854C-2B001BC41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536866"/>
              </p:ext>
            </p:extLst>
          </p:nvPr>
        </p:nvGraphicFramePr>
        <p:xfrm>
          <a:off x="6096000" y="424543"/>
          <a:ext cx="5257800" cy="6025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9E809F3C-9C1D-C24E-CA00-F04EA2EA12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0840941"/>
              </p:ext>
            </p:extLst>
          </p:nvPr>
        </p:nvGraphicFramePr>
        <p:xfrm>
          <a:off x="408214" y="424543"/>
          <a:ext cx="5551715" cy="6025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38392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Sobin</dc:creator>
  <cp:lastModifiedBy>SANTHOSH PANDIYAN</cp:lastModifiedBy>
  <cp:revision>7</cp:revision>
  <dcterms:created xsi:type="dcterms:W3CDTF">2023-11-06T05:20:22Z</dcterms:created>
  <dcterms:modified xsi:type="dcterms:W3CDTF">2023-11-07T05:04:03Z</dcterms:modified>
</cp:coreProperties>
</file>