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D334-FDCE-253E-F908-D3FF61D52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C1DB0-8F26-9D7C-6B1D-70FCBC0D9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5DD4-47DF-6F9C-3F4A-36C66B90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73FAE-CFFE-4C0D-30B0-F75C79E0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C22CF-5768-16AD-3A41-398A2F2A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73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9FBB-9694-24F6-CC78-09B12065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4F30-3C6E-39DC-4141-8918C1C34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98611-B154-4630-8076-D2D503EC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6AF78-A183-3A29-DA43-9ACFA432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34553-DA9B-9611-84C7-779458F9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43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E4D-F5B7-7945-E23F-8C6E609F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DFA7B-BE63-F15D-CE9B-5F014A46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A5522-0E7E-0E0A-CE8B-8C8DC93D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4E3FE-FCA5-3CC5-05E8-6616554C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C4D1C-8125-ABDA-FBB1-A70C5246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9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2B0E-B01B-C5BB-4D3D-1A5242A7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16879-888C-119E-FD86-0A0290BA8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DF635-C40A-DD80-A914-681CAAADB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3DC6C-7F51-4BAC-00DC-4D5B7F8C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1F789-634B-6B8C-2E50-E2F75AED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3DEFE-CD4B-6588-3318-92642E11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4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224A-F5A4-0F57-82FE-FAE5D9B4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A7ED1-70CF-1517-0E6A-EBC667D04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166B3-F818-AC0E-7239-FC0707B15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D2621-F09F-BDF2-A1D7-A89DD75FE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8DAB5-5788-959D-41D3-29C1174DD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466B7-BF62-166C-081C-9F98799C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4F95E-84AA-8F6B-39B8-4FB64D00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B4F6A-7091-09B7-5FB0-0F65948A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0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67D0-AA46-45FF-DADC-5C0AEE55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54FC3-04D2-5103-CEB2-0CF6A972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8CDEF-AEA5-385E-1003-BC03956F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DAE21-F279-2118-9FF6-9F536D72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8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2B500-FA18-8D6C-290B-B50EFF4A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73551-9A2B-467C-F509-0F1931F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5D23-6AC8-8539-C712-39B8B8A0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9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8F1F-4F5C-4328-28C9-CE833F8D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B9D8B-AC55-EB01-78E5-5366C8897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CC2E7-0B6C-5379-13AD-5FAD206E5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DF287-836D-80FB-4737-E42ED630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B736-AC07-71F7-4594-ED316F2A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59D58-2ED8-92FF-A017-4D8B939D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6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6130-0593-79B1-BE57-C83AA290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FED35-D783-283F-11A9-E09207066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958F1-6F6F-296A-35EF-4B2577169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05055-5B17-D862-59E3-90AAEFB5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29225-F536-5E9A-BBB3-BE42A99F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E56A7-33D9-4A5C-CA3D-84FFFFAC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98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7BF1-DEA1-699A-E705-0452A396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2EFB5-62FF-14FE-43B8-B5FC05170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44AAA-18B7-179E-757A-3CA539C4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11C6F-37B2-4D65-A43C-CF5BF4BE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80AE3-F050-A581-1981-0FC4174B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48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599C5-063F-7640-575A-FFFB82069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5A29A-AB7A-C316-13D0-B26B04B3D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73DDB-5BF5-56D3-8F0E-0F115BA8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7EB7-E655-353D-2985-D303E39D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6C037-D907-A7AB-B328-0F37480F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51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E0D5A-B40B-88FC-49B7-E25B72CE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E58F3-B092-CAE1-FF1E-E300D93A0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64BF-813D-01F8-AB69-6F1786446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8340E-69CC-4C64-9B09-F1600ACB4FE9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3B87-80BB-C637-D0E5-A6612DAD8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74C8F-AC99-77E5-278F-E4766BC93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7CC0F-2865-483D-86DF-44FB61B4D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7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7D4EDA-82B0-E5DA-E31D-FB9EE2547E53}"/>
              </a:ext>
            </a:extLst>
          </p:cNvPr>
          <p:cNvSpPr/>
          <p:nvPr/>
        </p:nvSpPr>
        <p:spPr>
          <a:xfrm>
            <a:off x="528762" y="341906"/>
            <a:ext cx="11219290" cy="5605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2F3D4-0AC0-A477-0FB8-05FB527AD9E4}"/>
              </a:ext>
            </a:extLst>
          </p:cNvPr>
          <p:cNvSpPr/>
          <p:nvPr/>
        </p:nvSpPr>
        <p:spPr>
          <a:xfrm>
            <a:off x="528762" y="341905"/>
            <a:ext cx="3799398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BF116-5555-006C-087D-DEB796F23BBF}"/>
              </a:ext>
            </a:extLst>
          </p:cNvPr>
          <p:cNvSpPr/>
          <p:nvPr/>
        </p:nvSpPr>
        <p:spPr>
          <a:xfrm>
            <a:off x="4331475" y="341905"/>
            <a:ext cx="3860356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41E3B-C316-ACEC-5144-8BFC63322D66}"/>
              </a:ext>
            </a:extLst>
          </p:cNvPr>
          <p:cNvSpPr/>
          <p:nvPr/>
        </p:nvSpPr>
        <p:spPr>
          <a:xfrm>
            <a:off x="8193817" y="341905"/>
            <a:ext cx="3554235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424404-B52E-0E97-4FCE-AD576100AD4B}"/>
              </a:ext>
            </a:extLst>
          </p:cNvPr>
          <p:cNvCxnSpPr>
            <a:cxnSpLocks/>
          </p:cNvCxnSpPr>
          <p:nvPr/>
        </p:nvCxnSpPr>
        <p:spPr>
          <a:xfrm>
            <a:off x="572494" y="4071068"/>
            <a:ext cx="11219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BDCEB9-A89D-CBD3-31A1-D9F279B9B06F}"/>
              </a:ext>
            </a:extLst>
          </p:cNvPr>
          <p:cNvSpPr txBox="1"/>
          <p:nvPr/>
        </p:nvSpPr>
        <p:spPr>
          <a:xfrm>
            <a:off x="719594" y="437324"/>
            <a:ext cx="8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Title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32ECF1-6BF0-3942-9B02-86729FD317A1}"/>
              </a:ext>
            </a:extLst>
          </p:cNvPr>
          <p:cNvSpPr txBox="1"/>
          <p:nvPr/>
        </p:nvSpPr>
        <p:spPr>
          <a:xfrm>
            <a:off x="4679342" y="437324"/>
            <a:ext cx="107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Priority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6183E-46D9-7BAD-1A9D-6103B130089D}"/>
              </a:ext>
            </a:extLst>
          </p:cNvPr>
          <p:cNvSpPr txBox="1"/>
          <p:nvPr/>
        </p:nvSpPr>
        <p:spPr>
          <a:xfrm>
            <a:off x="8420431" y="43732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Estimate: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7A4A6-1B32-5FF8-E058-CE070A228130}"/>
              </a:ext>
            </a:extLst>
          </p:cNvPr>
          <p:cNvSpPr txBox="1"/>
          <p:nvPr/>
        </p:nvSpPr>
        <p:spPr>
          <a:xfrm>
            <a:off x="719593" y="2296141"/>
            <a:ext cx="164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story: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5CD64-A4E0-60AB-1D2F-1E7225B7FCAD}"/>
              </a:ext>
            </a:extLst>
          </p:cNvPr>
          <p:cNvSpPr txBox="1"/>
          <p:nvPr/>
        </p:nvSpPr>
        <p:spPr>
          <a:xfrm>
            <a:off x="719592" y="4206241"/>
            <a:ext cx="220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Acceptance criteria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45DBC-5FB6-EE63-3F9D-82C03088C253}"/>
              </a:ext>
            </a:extLst>
          </p:cNvPr>
          <p:cNvSpPr txBox="1"/>
          <p:nvPr/>
        </p:nvSpPr>
        <p:spPr>
          <a:xfrm>
            <a:off x="1622066" y="1055736"/>
            <a:ext cx="22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EB5852-35AE-F6CA-F9D0-5D33660B7896}"/>
              </a:ext>
            </a:extLst>
          </p:cNvPr>
          <p:cNvSpPr txBox="1"/>
          <p:nvPr/>
        </p:nvSpPr>
        <p:spPr>
          <a:xfrm>
            <a:off x="5821349" y="1055736"/>
            <a:ext cx="2130949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Animation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6FFD6-83AA-9D01-846D-AF8A3FB22FE4}"/>
              </a:ext>
            </a:extLst>
          </p:cNvPr>
          <p:cNvSpPr txBox="1"/>
          <p:nvPr/>
        </p:nvSpPr>
        <p:spPr>
          <a:xfrm>
            <a:off x="1822835" y="2960074"/>
            <a:ext cx="769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client I want my web page with some animation 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6E545-8F24-746B-AB35-E2F955DBFDFF}"/>
              </a:ext>
            </a:extLst>
          </p:cNvPr>
          <p:cNvSpPr txBox="1"/>
          <p:nvPr/>
        </p:nvSpPr>
        <p:spPr>
          <a:xfrm>
            <a:off x="1924215" y="4850703"/>
            <a:ext cx="5907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Given a webpage with no animation, then I develop code for animation so that my webpage be attractive…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F1079-BB72-78C6-D951-147CB00908B2}"/>
              </a:ext>
            </a:extLst>
          </p:cNvPr>
          <p:cNvSpPr txBox="1"/>
          <p:nvPr/>
        </p:nvSpPr>
        <p:spPr>
          <a:xfrm>
            <a:off x="9442172" y="1055725"/>
            <a:ext cx="1637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Five hours</a:t>
            </a:r>
          </a:p>
        </p:txBody>
      </p:sp>
    </p:spTree>
    <p:extLst>
      <p:ext uri="{BB962C8B-B14F-4D97-AF65-F5344CB8AC3E}">
        <p14:creationId xmlns:p14="http://schemas.microsoft.com/office/powerpoint/2010/main" val="3636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7D4EDA-82B0-E5DA-E31D-FB9EE2547E53}"/>
              </a:ext>
            </a:extLst>
          </p:cNvPr>
          <p:cNvSpPr/>
          <p:nvPr/>
        </p:nvSpPr>
        <p:spPr>
          <a:xfrm>
            <a:off x="528762" y="341906"/>
            <a:ext cx="11219290" cy="5605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2F3D4-0AC0-A477-0FB8-05FB527AD9E4}"/>
              </a:ext>
            </a:extLst>
          </p:cNvPr>
          <p:cNvSpPr/>
          <p:nvPr/>
        </p:nvSpPr>
        <p:spPr>
          <a:xfrm>
            <a:off x="528762" y="341905"/>
            <a:ext cx="3799398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BF116-5555-006C-087D-DEB796F23BBF}"/>
              </a:ext>
            </a:extLst>
          </p:cNvPr>
          <p:cNvSpPr/>
          <p:nvPr/>
        </p:nvSpPr>
        <p:spPr>
          <a:xfrm>
            <a:off x="4331475" y="341905"/>
            <a:ext cx="3860356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41E3B-C316-ACEC-5144-8BFC63322D66}"/>
              </a:ext>
            </a:extLst>
          </p:cNvPr>
          <p:cNvSpPr/>
          <p:nvPr/>
        </p:nvSpPr>
        <p:spPr>
          <a:xfrm>
            <a:off x="8193817" y="341905"/>
            <a:ext cx="3554235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424404-B52E-0E97-4FCE-AD576100AD4B}"/>
              </a:ext>
            </a:extLst>
          </p:cNvPr>
          <p:cNvCxnSpPr>
            <a:cxnSpLocks/>
          </p:cNvCxnSpPr>
          <p:nvPr/>
        </p:nvCxnSpPr>
        <p:spPr>
          <a:xfrm>
            <a:off x="572494" y="4071068"/>
            <a:ext cx="11219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BDCEB9-A89D-CBD3-31A1-D9F279B9B06F}"/>
              </a:ext>
            </a:extLst>
          </p:cNvPr>
          <p:cNvSpPr txBox="1"/>
          <p:nvPr/>
        </p:nvSpPr>
        <p:spPr>
          <a:xfrm>
            <a:off x="719594" y="437324"/>
            <a:ext cx="8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Title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32ECF1-6BF0-3942-9B02-86729FD317A1}"/>
              </a:ext>
            </a:extLst>
          </p:cNvPr>
          <p:cNvSpPr txBox="1"/>
          <p:nvPr/>
        </p:nvSpPr>
        <p:spPr>
          <a:xfrm>
            <a:off x="4679342" y="437324"/>
            <a:ext cx="107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Priority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6183E-46D9-7BAD-1A9D-6103B130089D}"/>
              </a:ext>
            </a:extLst>
          </p:cNvPr>
          <p:cNvSpPr txBox="1"/>
          <p:nvPr/>
        </p:nvSpPr>
        <p:spPr>
          <a:xfrm>
            <a:off x="8420431" y="43732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Estimate: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7A4A6-1B32-5FF8-E058-CE070A228130}"/>
              </a:ext>
            </a:extLst>
          </p:cNvPr>
          <p:cNvSpPr txBox="1"/>
          <p:nvPr/>
        </p:nvSpPr>
        <p:spPr>
          <a:xfrm>
            <a:off x="719593" y="2296141"/>
            <a:ext cx="164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story: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5CD64-A4E0-60AB-1D2F-1E7225B7FCAD}"/>
              </a:ext>
            </a:extLst>
          </p:cNvPr>
          <p:cNvSpPr txBox="1"/>
          <p:nvPr/>
        </p:nvSpPr>
        <p:spPr>
          <a:xfrm>
            <a:off x="719592" y="4206241"/>
            <a:ext cx="220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Acceptance criteria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45DBC-5FB6-EE63-3F9D-82C03088C253}"/>
              </a:ext>
            </a:extLst>
          </p:cNvPr>
          <p:cNvSpPr txBox="1"/>
          <p:nvPr/>
        </p:nvSpPr>
        <p:spPr>
          <a:xfrm>
            <a:off x="1622066" y="1055736"/>
            <a:ext cx="22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EB5852-35AE-F6CA-F9D0-5D33660B7896}"/>
              </a:ext>
            </a:extLst>
          </p:cNvPr>
          <p:cNvSpPr txBox="1"/>
          <p:nvPr/>
        </p:nvSpPr>
        <p:spPr>
          <a:xfrm>
            <a:off x="5821349" y="1055736"/>
            <a:ext cx="2130949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Profile page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6FFD6-83AA-9D01-846D-AF8A3FB22FE4}"/>
              </a:ext>
            </a:extLst>
          </p:cNvPr>
          <p:cNvSpPr txBox="1"/>
          <p:nvPr/>
        </p:nvSpPr>
        <p:spPr>
          <a:xfrm>
            <a:off x="1822835" y="2960074"/>
            <a:ext cx="769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client I want my web page include my profile in it 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6E545-8F24-746B-AB35-E2F955DBFDFF}"/>
              </a:ext>
            </a:extLst>
          </p:cNvPr>
          <p:cNvSpPr txBox="1"/>
          <p:nvPr/>
        </p:nvSpPr>
        <p:spPr>
          <a:xfrm>
            <a:off x="1924215" y="4850703"/>
            <a:ext cx="5907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Given a task with developing code for profile page, I develop code for it and included it with in the webpage…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F1079-BB72-78C6-D951-147CB00908B2}"/>
              </a:ext>
            </a:extLst>
          </p:cNvPr>
          <p:cNvSpPr txBox="1"/>
          <p:nvPr/>
        </p:nvSpPr>
        <p:spPr>
          <a:xfrm>
            <a:off x="9442172" y="1055725"/>
            <a:ext cx="1637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two hours</a:t>
            </a:r>
          </a:p>
        </p:txBody>
      </p:sp>
    </p:spTree>
    <p:extLst>
      <p:ext uri="{BB962C8B-B14F-4D97-AF65-F5344CB8AC3E}">
        <p14:creationId xmlns:p14="http://schemas.microsoft.com/office/powerpoint/2010/main" val="368384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7D4EDA-82B0-E5DA-E31D-FB9EE2547E53}"/>
              </a:ext>
            </a:extLst>
          </p:cNvPr>
          <p:cNvSpPr/>
          <p:nvPr/>
        </p:nvSpPr>
        <p:spPr>
          <a:xfrm>
            <a:off x="528762" y="341906"/>
            <a:ext cx="11219290" cy="5605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2F3D4-0AC0-A477-0FB8-05FB527AD9E4}"/>
              </a:ext>
            </a:extLst>
          </p:cNvPr>
          <p:cNvSpPr/>
          <p:nvPr/>
        </p:nvSpPr>
        <p:spPr>
          <a:xfrm>
            <a:off x="528762" y="341905"/>
            <a:ext cx="3799398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BF116-5555-006C-087D-DEB796F23BBF}"/>
              </a:ext>
            </a:extLst>
          </p:cNvPr>
          <p:cNvSpPr/>
          <p:nvPr/>
        </p:nvSpPr>
        <p:spPr>
          <a:xfrm>
            <a:off x="4331475" y="341905"/>
            <a:ext cx="3860356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41E3B-C316-ACEC-5144-8BFC63322D66}"/>
              </a:ext>
            </a:extLst>
          </p:cNvPr>
          <p:cNvSpPr/>
          <p:nvPr/>
        </p:nvSpPr>
        <p:spPr>
          <a:xfrm>
            <a:off x="8193817" y="341905"/>
            <a:ext cx="3554235" cy="17969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424404-B52E-0E97-4FCE-AD576100AD4B}"/>
              </a:ext>
            </a:extLst>
          </p:cNvPr>
          <p:cNvCxnSpPr>
            <a:cxnSpLocks/>
          </p:cNvCxnSpPr>
          <p:nvPr/>
        </p:nvCxnSpPr>
        <p:spPr>
          <a:xfrm>
            <a:off x="572494" y="4071068"/>
            <a:ext cx="112192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BDCEB9-A89D-CBD3-31A1-D9F279B9B06F}"/>
              </a:ext>
            </a:extLst>
          </p:cNvPr>
          <p:cNvSpPr txBox="1"/>
          <p:nvPr/>
        </p:nvSpPr>
        <p:spPr>
          <a:xfrm>
            <a:off x="719594" y="437324"/>
            <a:ext cx="8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Title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32ECF1-6BF0-3942-9B02-86729FD317A1}"/>
              </a:ext>
            </a:extLst>
          </p:cNvPr>
          <p:cNvSpPr txBox="1"/>
          <p:nvPr/>
        </p:nvSpPr>
        <p:spPr>
          <a:xfrm>
            <a:off x="4679342" y="437324"/>
            <a:ext cx="107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Priority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6183E-46D9-7BAD-1A9D-6103B130089D}"/>
              </a:ext>
            </a:extLst>
          </p:cNvPr>
          <p:cNvSpPr txBox="1"/>
          <p:nvPr/>
        </p:nvSpPr>
        <p:spPr>
          <a:xfrm>
            <a:off x="8420431" y="43732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Estimate: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7A4A6-1B32-5FF8-E058-CE070A228130}"/>
              </a:ext>
            </a:extLst>
          </p:cNvPr>
          <p:cNvSpPr txBox="1"/>
          <p:nvPr/>
        </p:nvSpPr>
        <p:spPr>
          <a:xfrm>
            <a:off x="719593" y="2296141"/>
            <a:ext cx="164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story: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5CD64-A4E0-60AB-1D2F-1E7225B7FCAD}"/>
              </a:ext>
            </a:extLst>
          </p:cNvPr>
          <p:cNvSpPr txBox="1"/>
          <p:nvPr/>
        </p:nvSpPr>
        <p:spPr>
          <a:xfrm>
            <a:off x="719592" y="4206241"/>
            <a:ext cx="220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Acceptance criteria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45DBC-5FB6-EE63-3F9D-82C03088C253}"/>
              </a:ext>
            </a:extLst>
          </p:cNvPr>
          <p:cNvSpPr txBox="1"/>
          <p:nvPr/>
        </p:nvSpPr>
        <p:spPr>
          <a:xfrm>
            <a:off x="1622066" y="1055736"/>
            <a:ext cx="22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EB5852-35AE-F6CA-F9D0-5D33660B7896}"/>
              </a:ext>
            </a:extLst>
          </p:cNvPr>
          <p:cNvSpPr txBox="1"/>
          <p:nvPr/>
        </p:nvSpPr>
        <p:spPr>
          <a:xfrm>
            <a:off x="5821349" y="1055736"/>
            <a:ext cx="2130949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services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6FFD6-83AA-9D01-846D-AF8A3FB22FE4}"/>
              </a:ext>
            </a:extLst>
          </p:cNvPr>
          <p:cNvSpPr txBox="1"/>
          <p:nvPr/>
        </p:nvSpPr>
        <p:spPr>
          <a:xfrm>
            <a:off x="1822835" y="2960074"/>
            <a:ext cx="769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client I want my web page with include my services offered 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6E545-8F24-746B-AB35-E2F955DBFDFF}"/>
              </a:ext>
            </a:extLst>
          </p:cNvPr>
          <p:cNvSpPr txBox="1"/>
          <p:nvPr/>
        </p:nvSpPr>
        <p:spPr>
          <a:xfrm>
            <a:off x="1924215" y="4850703"/>
            <a:ext cx="590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Given a task with develop  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F1079-BB72-78C6-D951-147CB00908B2}"/>
              </a:ext>
            </a:extLst>
          </p:cNvPr>
          <p:cNvSpPr txBox="1"/>
          <p:nvPr/>
        </p:nvSpPr>
        <p:spPr>
          <a:xfrm>
            <a:off x="9442172" y="1055725"/>
            <a:ext cx="1637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Five hours</a:t>
            </a:r>
          </a:p>
        </p:txBody>
      </p:sp>
    </p:spTree>
    <p:extLst>
      <p:ext uri="{BB962C8B-B14F-4D97-AF65-F5344CB8AC3E}">
        <p14:creationId xmlns:p14="http://schemas.microsoft.com/office/powerpoint/2010/main" val="383200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137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PANDIYAN</dc:creator>
  <cp:lastModifiedBy>SANTHOSH PANDIYAN</cp:lastModifiedBy>
  <cp:revision>2</cp:revision>
  <dcterms:created xsi:type="dcterms:W3CDTF">2023-11-06T05:31:02Z</dcterms:created>
  <dcterms:modified xsi:type="dcterms:W3CDTF">2023-11-07T05:00:44Z</dcterms:modified>
</cp:coreProperties>
</file>